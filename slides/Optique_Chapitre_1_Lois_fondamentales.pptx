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1 — Lois fondamentales de l'optique géométrique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Lois fondamentales de l'optique géométrique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3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Lois fondamentales de l'optique géométrique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Situer l'optique géométrique et connaître son domaine de validité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la nature de la lumière, le spectre visible, λ₀ = c/ν et n = c/v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rayons, faisceaux, chemin optique ; énoncer le principe de Fermat et le retour inverse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Énoncer et démontrer les lois de Snell-Descartes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l'angle de réfraction limite et l'angle critique ; expliquer la fibre optique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 : sin, cos, tan, arcsin ; degrés et radians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x ≈ x pour x petit (en radians)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 et recherche d'un minimum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Ondes : période, fréquence, longueur d'onde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de l'optique géométrique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1713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1713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7997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359359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73075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7307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59359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de l'optique géométrique</a:t>
            </a:r>
            <a:endParaRPr lang="en-US" sz="2600" dirty="0"/>
          </a:p>
        </p:txBody>
      </p:sp>
      <p:pic>
        <p:nvPicPr>
          <p:cNvPr id="5" name="Image 0" descr="1.1 Objet de l'optique géomé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 de l'optique géométrique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1 Objet de l'optique géomét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endParaRPr lang="en-US" sz="2600" dirty="0"/>
          </a:p>
        </p:txBody>
      </p:sp>
      <p:pic>
        <p:nvPicPr>
          <p:cNvPr id="5" name="Image 0" descr="1.2 Nature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Nature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2 Nature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 de la lumière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3 Propagat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Chemin optique et principe de Fermat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4 Chemin optique et principe de Ferm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lois de Snell-Descartes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5 Les lois de Snell-Desca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Conséquences des lois de la réfraction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6 Conséquences des lois de la réfr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de la lumière</a:t>
            </a:r>
            <a:endParaRPr lang="en-US" sz="2600" dirty="0"/>
          </a:p>
        </p:txBody>
      </p:sp>
      <p:pic>
        <p:nvPicPr>
          <p:cNvPr id="5" name="Image 0" descr="1.7 Dispersion de la lumiè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endParaRPr lang="en-US" sz="2600" dirty="0"/>
          </a:p>
        </p:txBody>
      </p:sp>
      <p:pic>
        <p:nvPicPr>
          <p:cNvPr id="5" name="Image 0" descr="1.8 Application : la fibre op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8 Application : la fibre op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: la fibre optique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1.8 Application : la fibre op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1.9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Lois fondamentales de l'optique géométrique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Formation des images et systèmes plans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1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1 : Lois fondamentales de l'optique géométrique</dc:title>
  <dc:subject>PptxGenJS Presentation</dc:subject>
  <dc:creator>Dr Papa Touty Traoré</dc:creator>
  <cp:lastModifiedBy>Dr Papa Touty Traoré</cp:lastModifiedBy>
  <cp:revision>1</cp:revision>
  <dcterms:created xsi:type="dcterms:W3CDTF">2026-10-16T18:22:14Z</dcterms:created>
  <dcterms:modified xsi:type="dcterms:W3CDTF">2026-10-16T18:22:14Z</dcterms:modified>
</cp:coreProperties>
</file>