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Électricité 2 • Chapitre 1 — Le champ magnétique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UFR-STI • Licence PCI • L1 • Électricité 2 (LPCI1222)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2834640"/>
            <a:ext cx="822960" cy="822960"/>
          </a:xfrm>
          <a:prstGeom prst="ellipse">
            <a:avLst/>
          </a:prstGeom>
          <a:ln w="17780">
            <a:solidFill>
              <a:srgbClr val="7FB8C4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560320"/>
            <a:ext cx="1371600" cy="1371600"/>
          </a:xfrm>
          <a:prstGeom prst="ellipse">
            <a:avLst/>
          </a:prstGeom>
          <a:ln w="17780">
            <a:solidFill>
              <a:srgbClr val="7FB8C4">
                <a:alpha val="6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240280"/>
            <a:ext cx="2011680" cy="2011680"/>
          </a:xfrm>
          <a:prstGeom prst="ellipse">
            <a:avLst/>
          </a:prstGeom>
          <a:ln w="17780">
            <a:solidFill>
              <a:srgbClr val="7FB8C4">
                <a:alpha val="49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874520"/>
            <a:ext cx="2743200" cy="2743200"/>
          </a:xfrm>
          <a:prstGeom prst="ellipse">
            <a:avLst/>
          </a:prstGeom>
          <a:ln w="17780">
            <a:solidFill>
              <a:srgbClr val="7FB8C4">
                <a:alpha val="31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3017520"/>
            <a:ext cx="457200" cy="457200"/>
          </a:xfrm>
          <a:prstGeom prst="ellipse">
            <a:avLst/>
          </a:prstGeom>
          <a:solidFill>
            <a:srgbClr val="D98E0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67712" y="31821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017520" y="2926080"/>
            <a:ext cx="914" cy="64008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1089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26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magnétique</a:t>
            </a:r>
            <a:endParaRPr lang="en-US" sz="4000" dirty="0"/>
          </a:p>
        </p:txBody>
      </p:sp>
      <p:sp>
        <p:nvSpPr>
          <p:cNvPr id="66" name="Text 64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70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magnétique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Connaître les sources du champ magnétique, son unité et ses lignes de champ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un champ par la loi de Biot et Savart : fil, spire, solénoïde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les symétries ; savoir que le flux magnétique est conservatif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le théorème d'Ampère (fil, cylindre, solénoïde, tore) et ses formes locales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Exprimer les forces de Lorentz et de Laplace ; couple sur un circuit ; dipôle magnétique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Électricité 1 : électrostatique (champ, potentiel, dipôle), courant électrique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vectoriel : produit vectoriel, coordonnées cylindriques, grad, div, rot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Intégrales simples ; théorèmes d'Ostrogradski et de Stokes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magnétique : généralités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de Biot et Savart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de la loi de Biot et Savart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magnétique et potentiel vecteur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d'Ampère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magnétiques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dans un champ uniforme ; dipôle magnétique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magnétique : généralités</a:t>
            </a:r>
            <a:endParaRPr lang="en-US" sz="2600" dirty="0"/>
          </a:p>
        </p:txBody>
      </p:sp>
      <p:pic>
        <p:nvPicPr>
          <p:cNvPr id="5" name="Image 0" descr="1.1 Le champ magnétique : généralité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magnétique : généralités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1 Le champ magnétique : généralité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de Biot et Savart</a:t>
            </a:r>
            <a:endParaRPr lang="en-US" sz="2600" dirty="0"/>
          </a:p>
        </p:txBody>
      </p:sp>
      <p:pic>
        <p:nvPicPr>
          <p:cNvPr id="5" name="Image 0" descr="1.2 Loi de Biot et Sav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de Biot et Savart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Loi de Biot et Sav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de Biot et Savart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Loi de Biot et Sav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de la loi de Biot et Savart</a:t>
            </a:r>
            <a:endParaRPr lang="en-US" sz="2600" dirty="0"/>
          </a:p>
        </p:txBody>
      </p:sp>
      <p:pic>
        <p:nvPicPr>
          <p:cNvPr id="5" name="Image 0" descr="1.3 Applications de la loi de Biot et Sav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de la loi de Biot et Savart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Applications de la loi de Biot et Sav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de la loi de Biot et Savart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Applications de la loi de Biot et Sav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de la loi de Biot et Savart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Applications de la loi de Biot et Sav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magnétique et potentiel vecteur</a:t>
            </a:r>
            <a:endParaRPr lang="en-US" sz="2600" dirty="0"/>
          </a:p>
        </p:txBody>
      </p:sp>
      <p:pic>
        <p:nvPicPr>
          <p:cNvPr id="5" name="Image 0" descr="1.4 Flux magnétique et potentiel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magnétique et potentiel vecteur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Flux magnétique et potentiel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magnétique et potentiel vecteur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Flux magnétique et potentiel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d'Ampère</a:t>
            </a:r>
            <a:endParaRPr lang="en-US" sz="2600" dirty="0"/>
          </a:p>
        </p:txBody>
      </p:sp>
      <p:pic>
        <p:nvPicPr>
          <p:cNvPr id="5" name="Image 0" descr="1.5 Théorème d'Amp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d'Ampère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Théorème d'Amp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d'Ampère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Théorème d'Amp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d'Ampère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Théorème d'Amp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magnétiques</a:t>
            </a:r>
            <a:endParaRPr lang="en-US" sz="2600" dirty="0"/>
          </a:p>
        </p:txBody>
      </p:sp>
      <p:pic>
        <p:nvPicPr>
          <p:cNvPr id="5" name="Image 0" descr="1.6 Forces magnét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magnétiques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Forces magnét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magnétiques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Forces magnét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magnétiques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Forces magnét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magnétiques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Forces magnét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dans un champ uniforme ; dipôle magnétique</a:t>
            </a:r>
            <a:endParaRPr lang="en-US" sz="2600" dirty="0"/>
          </a:p>
        </p:txBody>
      </p:sp>
      <p:pic>
        <p:nvPicPr>
          <p:cNvPr id="5" name="Image 0" descr="1.7 Circuit dans un champ uniforme ; dipôle mag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dans un champ uniforme ; dipôle magnétique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7 Circuit dans un champ uniforme ; dipôle mag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dans un champ uniforme ; dipôle magnétique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7 Circuit dans un champ uniforme ; dipôle mag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1.8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1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magnétique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54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Électricité 2 — Chapitre 1 : Le champ magnétique</dc:title>
  <dc:subject>PptxGenJS Presentation</dc:subject>
  <dc:creator>Dr Papa Touty Traoré</dc:creator>
  <cp:lastModifiedBy>Dr Papa Touty Traoré</cp:lastModifiedBy>
  <cp:revision>1</cp:revision>
  <dcterms:created xsi:type="dcterms:W3CDTF">2026-10-27T17:24:23Z</dcterms:created>
  <dcterms:modified xsi:type="dcterms:W3CDTF">2026-10-27T17:24:23Z</dcterms:modified>
</cp:coreProperties>
</file>