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45" r:id="rId96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44" r:id="rId95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3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6" Type="http://schemas.openxmlformats.org/officeDocument/2006/relationships/slide" Target="slides/slide67.xml"/><Relationship Id="rId67" Type="http://schemas.openxmlformats.org/officeDocument/2006/relationships/slide" Target="slides/slide68.xml"/><Relationship Id="rId68" Type="http://schemas.openxmlformats.org/officeDocument/2006/relationships/slide" Target="slides/slide69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slide" Target="slides/slide90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openxmlformats.org/officeDocument/2006/relationships/slide" Target="slides/slide57.xml"/><Relationship Id="rId96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2 — Cinématique du point matériel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Cinématique du point matériel</a:t>
            </a:r>
            <a:endParaRPr lang="en-US" sz="4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66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Cinématique du point matériel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un mouvement : trajectoire, équations horaires, vitesse et accélération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et définir le système de coordonnées adapté au problème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vitesse et accélération en cartésiennes, Frenet, polaires, cylindriques et sphériques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les lois de composition des vitesses et des accélérations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produits scalaire et vectoriel, dérivée d'un vecteur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 et primitives des fonctions usuelles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 (cos, sin)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Dérivation d'une fonction composée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Frenet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  <p:pic>
        <p:nvPicPr>
          <p:cNvPr id="26" name="sim_frene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  <p:pic>
        <p:nvPicPr>
          <p:cNvPr id="26" name="sim_cylind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2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2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2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2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Cinématique du point matériel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4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2 : Cinématique du point matériel</dc:title>
  <dc:subject>PptxGenJS Presentation</dc:subject>
  <dc:creator>Dr Papa Touty Traoré</dc:creator>
  <cp:lastModifiedBy>Dr Papa Touty Traoré</cp:lastModifiedBy>
  <cp:revision>1</cp:revision>
  <dcterms:created xsi:type="dcterms:W3CDTF">2026-10-10T12:53:17Z</dcterms:created>
  <dcterms:modified xsi:type="dcterms:W3CDTF">2026-10-10T12:53:17Z</dcterms:modified>
</cp:coreProperties>
</file>