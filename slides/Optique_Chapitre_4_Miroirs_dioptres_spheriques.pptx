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4 — Miroirs et dioptres sphériques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3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miroirs et dioptres sphériques ; convergence et divergence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relations de conjugaison (sommet, centre, foyers)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Déterminer foyers, distances focales et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et interpréter le grandissement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d'un objet dans tous les 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1 et 2 : Snell-Descartes, conditions de Gauss, foyers, grandissements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Approximations des petits angles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4.3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Les lentilles minces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1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4 : Miroirs et dioptres sphériques</dc:title>
  <dc:subject>PptxGenJS Presentation</dc:subject>
  <dc:creator>Dr Papa Touty Traoré</dc:creator>
  <cp:lastModifiedBy>Dr Papa Touty Traoré</cp:lastModifiedBy>
  <cp:revision>1</cp:revision>
  <dcterms:created xsi:type="dcterms:W3CDTF">2026-10-16T18:51:17Z</dcterms:created>
  <dcterms:modified xsi:type="dcterms:W3CDTF">2026-10-16T18:51:17Z</dcterms:modified>
</cp:coreProperties>
</file>