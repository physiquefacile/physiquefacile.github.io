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08" r:id="rId59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7" r:id="rId58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2.xml"/><Relationship Id="rId52" Type="http://schemas.openxmlformats.org/officeDocument/2006/relationships/slide" Target="slides/slide53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45.xml"/><Relationship Id="rId59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4 — Travail et énergie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et énergie</a:t>
            </a:r>
            <a:endParaRPr lang="en-US" sz="4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66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et énergie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le déplacement élémentaire et calculer le travail d'une force dans chaque système de coordonnées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une puissance ; appliquer le théorème de l'énergie cinétique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Reconnaître une force conservative et lui associer une énergie potentielle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la conservation de l'énergie mécanique ; lire un graphe Ep(x)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produit scalaire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Chapitres 2 et 3 : vitesse, Frenet, polaires, lois de Newton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et intégrales simples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 partielles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d'une force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0352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035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16636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51663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530352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53035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16636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endParaRPr lang="en-US" sz="2600" dirty="0"/>
          </a:p>
        </p:txBody>
      </p:sp>
      <p:pic>
        <p:nvPicPr>
          <p:cNvPr id="5" name="Image 0" descr="4.2 Travail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Travail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Travail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endParaRPr lang="en-US" sz="2000" dirty="0"/>
          </a:p>
        </p:txBody>
      </p:sp>
      <p:pic>
        <p:nvPicPr>
          <p:cNvPr id="5" name="Image 0" descr="4.3 Expression du travail dans les différents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3 Expression du travail dans les différents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3 Expression du travail dans les différents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d'une force</a:t>
            </a:r>
            <a:endParaRPr lang="en-US" sz="2600" dirty="0"/>
          </a:p>
        </p:txBody>
      </p:sp>
      <p:pic>
        <p:nvPicPr>
          <p:cNvPr id="5" name="Image 0" descr="4.5 Puissance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d'une force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5 Puissance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du poids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  <p:pic>
        <p:nvPicPr>
          <p:cNvPr id="26" name="sim_chemi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endParaRPr lang="en-US" sz="2000" dirty="0"/>
          </a:p>
        </p:txBody>
      </p:sp>
      <p:pic>
        <p:nvPicPr>
          <p:cNvPr id="5" name="Image 0" descr="4.9 Équilibre et stabilité : lecture d'un graphe d'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9 Équilibre et stabilité : lecture d'un graphe d'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9 Équilibre et stabilité : lecture d'un graphe d'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  <p:pic>
        <p:nvPicPr>
          <p:cNvPr id="26" name="sim_cuvett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4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4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4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4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et énergie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4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4 : Travail et énergie</dc:title>
  <dc:subject>PptxGenJS Presentation</dc:subject>
  <dc:creator>Dr Papa Touty Traoré</dc:creator>
  <cp:lastModifiedBy>Dr Papa Touty Traoré</cp:lastModifiedBy>
  <cp:revision>1</cp:revision>
  <dcterms:created xsi:type="dcterms:W3CDTF">2026-10-10T18:58:42Z</dcterms:created>
  <dcterms:modified xsi:type="dcterms:W3CDTF">2026-10-10T18:58:42Z</dcterms:modified>
</cp:coreProperties>
</file>